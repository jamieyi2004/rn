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29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祥明 梁" initials="祥梁" lastIdx="1" clrIdx="0">
    <p:extLst>
      <p:ext uri="{19B8F6BF-5375-455C-9EA6-DF929625EA0E}">
        <p15:presenceInfo xmlns:p15="http://schemas.microsoft.com/office/powerpoint/2012/main" userId="cfc54b01ca86f9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417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3420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945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151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901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134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035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630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7309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4850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8004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DE6427A-EFE9-4077-8D9A-E8A3CE7A5ADC}" type="datetimeFigureOut">
              <a:rPr lang="zh-CN" altLang="en-US" smtClean="0"/>
              <a:t>2024/10/19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4862CCE-9F2E-43E3-972E-DDB1CD21668D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384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B1C7AD-5A5B-2404-6AB6-6626531EA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4400" b="1" i="1" dirty="0"/>
              <a:t>Generative Adversarial Network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44D1F92-D0E3-9949-CE2D-C2C6F4F27DD8}"/>
              </a:ext>
            </a:extLst>
          </p:cNvPr>
          <p:cNvSpPr txBox="1"/>
          <p:nvPr/>
        </p:nvSpPr>
        <p:spPr>
          <a:xfrm>
            <a:off x="1097280" y="1869440"/>
            <a:ext cx="68788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	</a:t>
            </a:r>
            <a:r>
              <a:rPr lang="zh-CN" altLang="en-US" b="1" dirty="0"/>
              <a:t>由于有些小伙伴之前没有接触过生成模型。对这些内容比较陌生。故而本期视频我们来讲一下如何去实现</a:t>
            </a:r>
            <a:r>
              <a:rPr lang="en-US" altLang="zh-CN" b="1" dirty="0"/>
              <a:t>GAN</a:t>
            </a:r>
            <a:r>
              <a:rPr lang="zh-CN" altLang="en-US" b="1" dirty="0"/>
              <a:t>这个模型。如何使用神经网络去构造。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B4E3587-51C9-623E-81AE-18EFA7CB8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831455" y="2534462"/>
            <a:ext cx="4289425" cy="377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39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标题 104870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</a:t>
            </a:r>
            <a:r>
              <a:rPr lang="zh-CN_#Hans" altLang="en-US" dirty="0"/>
              <a:t>流程图</a:t>
            </a:r>
            <a:endParaRPr lang="zh-CN-#Hans" dirty="0"/>
          </a:p>
        </p:txBody>
      </p:sp>
      <p:sp>
        <p:nvSpPr>
          <p:cNvPr id="1048722" name="矩形: 圆角 1048721"/>
          <p:cNvSpPr/>
          <p:nvPr/>
        </p:nvSpPr>
        <p:spPr>
          <a:xfrm>
            <a:off x="6583974" y="2502273"/>
            <a:ext cx="1842428" cy="1199227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_#Hans" altLang="en-US" dirty="0">
                <a:ea typeface="宋体"/>
              </a:rPr>
              <a:t>判别网络</a:t>
            </a:r>
            <a:r>
              <a:rPr lang="en-US" altLang="en-US" dirty="0">
                <a:ea typeface="宋体"/>
              </a:rPr>
              <a:t>D</a:t>
            </a:r>
            <a:endParaRPr lang="zh-CN-#Hans" dirty="0"/>
          </a:p>
        </p:txBody>
      </p:sp>
      <p:sp>
        <p:nvSpPr>
          <p:cNvPr id="1048723" name="矩形: 圆角 1048722"/>
          <p:cNvSpPr/>
          <p:nvPr/>
        </p:nvSpPr>
        <p:spPr>
          <a:xfrm>
            <a:off x="3902557" y="4570630"/>
            <a:ext cx="1815079" cy="113886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66666"/>
            </a:solidFill>
          </a:ln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_#Hans" altLang="en-US" dirty="0">
                <a:ea typeface="宋体"/>
              </a:rPr>
              <a:t>生成网络</a:t>
            </a:r>
            <a:r>
              <a:rPr lang="en-US" altLang="en-US" dirty="0">
                <a:ea typeface="宋体"/>
              </a:rPr>
              <a:t>G</a:t>
            </a:r>
            <a:endParaRPr lang="zh-CN-#Hans" dirty="0"/>
          </a:p>
        </p:txBody>
      </p:sp>
      <p:cxnSp>
        <p:nvCxnSpPr>
          <p:cNvPr id="3145731" name="直接箭头连接符 3145730"/>
          <p:cNvCxnSpPr>
            <a:cxnSpLocks/>
          </p:cNvCxnSpPr>
          <p:nvPr/>
        </p:nvCxnSpPr>
        <p:spPr>
          <a:xfrm>
            <a:off x="2874810" y="3026829"/>
            <a:ext cx="1250372" cy="1868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048766" name="文本框 1048765"/>
          <p:cNvSpPr txBox="1"/>
          <p:nvPr/>
        </p:nvSpPr>
        <p:spPr>
          <a:xfrm>
            <a:off x="2987322" y="2486026"/>
            <a:ext cx="915236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_#Hans" altLang="en-US" sz="2800" dirty="0">
                <a:solidFill>
                  <a:srgbClr val="000000"/>
                </a:solidFill>
              </a:rPr>
              <a:t>采样</a:t>
            </a:r>
            <a:endParaRPr lang="zh-CN-#Hans" sz="2800" dirty="0">
              <a:solidFill>
                <a:srgbClr val="0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A1C559-C543-997B-0E90-1E98BBC1B14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4166674" y="2573683"/>
            <a:ext cx="957679" cy="1053410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EC39C1E-91A7-74D4-E7A8-036FAE8A0336}"/>
              </a:ext>
            </a:extLst>
          </p:cNvPr>
          <p:cNvCxnSpPr>
            <a:cxnSpLocks/>
          </p:cNvCxnSpPr>
          <p:nvPr/>
        </p:nvCxnSpPr>
        <p:spPr>
          <a:xfrm>
            <a:off x="5282721" y="3101887"/>
            <a:ext cx="1250372" cy="1868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B3EB28FA-1A86-60FF-187D-B3D4DBDC0571}"/>
              </a:ext>
            </a:extLst>
          </p:cNvPr>
          <p:cNvCxnSpPr>
            <a:cxnSpLocks/>
          </p:cNvCxnSpPr>
          <p:nvPr/>
        </p:nvCxnSpPr>
        <p:spPr>
          <a:xfrm>
            <a:off x="8477283" y="3100388"/>
            <a:ext cx="1250372" cy="1868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FD8F1AB0-0C64-E2BA-223F-D1DAB1849CCB}"/>
              </a:ext>
            </a:extLst>
          </p:cNvPr>
          <p:cNvSpPr txBox="1"/>
          <p:nvPr/>
        </p:nvSpPr>
        <p:spPr>
          <a:xfrm>
            <a:off x="9727655" y="2915722"/>
            <a:ext cx="873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YES/No</a:t>
            </a:r>
            <a:endParaRPr lang="zh-CN" altLang="en-US" dirty="0"/>
          </a:p>
        </p:txBody>
      </p:sp>
      <p:sp>
        <p:nvSpPr>
          <p:cNvPr id="13" name="流程图: 接点 12">
            <a:extLst>
              <a:ext uri="{FF2B5EF4-FFF2-40B4-BE49-F238E27FC236}">
                <a16:creationId xmlns:a16="http://schemas.microsoft.com/office/drawing/2014/main" id="{DCF29455-63BF-D6F5-5C81-6B24ED9685BF}"/>
              </a:ext>
            </a:extLst>
          </p:cNvPr>
          <p:cNvSpPr/>
          <p:nvPr/>
        </p:nvSpPr>
        <p:spPr>
          <a:xfrm>
            <a:off x="675833" y="4847354"/>
            <a:ext cx="510139" cy="510139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79787B7-0C54-B7A9-81CD-330657A3A1CB}"/>
                  </a:ext>
                </a:extLst>
              </p:cNvPr>
              <p:cNvSpPr txBox="1"/>
              <p:nvPr/>
            </p:nvSpPr>
            <p:spPr>
              <a:xfrm>
                <a:off x="0" y="5682966"/>
                <a:ext cx="21438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概率分布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079787B7-0C54-B7A9-81CD-330657A3A1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682966"/>
                <a:ext cx="2143857" cy="369332"/>
              </a:xfrm>
              <a:prstGeom prst="rect">
                <a:avLst/>
              </a:prstGeom>
              <a:blipFill>
                <a:blip r:embed="rId4"/>
                <a:stretch>
                  <a:fillRect l="-2273" t="-13115" b="-196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>
            <a:extLst>
              <a:ext uri="{FF2B5EF4-FFF2-40B4-BE49-F238E27FC236}">
                <a16:creationId xmlns:a16="http://schemas.microsoft.com/office/drawing/2014/main" id="{690D12AC-6014-D401-38AF-2193BC1561A2}"/>
              </a:ext>
            </a:extLst>
          </p:cNvPr>
          <p:cNvSpPr txBox="1"/>
          <p:nvPr/>
        </p:nvSpPr>
        <p:spPr>
          <a:xfrm>
            <a:off x="1117693" y="4758511"/>
            <a:ext cx="915236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zh-CN_#Hans" altLang="en-US" sz="2800" dirty="0">
                <a:solidFill>
                  <a:srgbClr val="000000"/>
                </a:solidFill>
              </a:rPr>
              <a:t>采样</a:t>
            </a:r>
            <a:endParaRPr lang="zh-CN-#Hans" sz="2800" dirty="0">
              <a:solidFill>
                <a:srgbClr val="000000"/>
              </a:solidFill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86ED45B4-20BB-425C-27D5-191E8D1BC5C7}"/>
              </a:ext>
            </a:extLst>
          </p:cNvPr>
          <p:cNvCxnSpPr>
            <a:cxnSpLocks/>
          </p:cNvCxnSpPr>
          <p:nvPr/>
        </p:nvCxnSpPr>
        <p:spPr>
          <a:xfrm>
            <a:off x="1271244" y="5269051"/>
            <a:ext cx="622835" cy="8183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89C1072-1BA5-4D0D-6A04-73745127DAB5}"/>
                  </a:ext>
                </a:extLst>
              </p:cNvPr>
              <p:cNvSpPr txBox="1"/>
              <p:nvPr/>
            </p:nvSpPr>
            <p:spPr>
              <a:xfrm>
                <a:off x="1863467" y="4925679"/>
                <a:ext cx="1252459" cy="585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.0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89C1072-1BA5-4D0D-6A04-73745127D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3467" y="4925679"/>
                <a:ext cx="1252459" cy="5852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3CB02BFC-C080-05DA-2C6D-B3DEA1417308}"/>
              </a:ext>
            </a:extLst>
          </p:cNvPr>
          <p:cNvCxnSpPr>
            <a:cxnSpLocks/>
          </p:cNvCxnSpPr>
          <p:nvPr/>
        </p:nvCxnSpPr>
        <p:spPr>
          <a:xfrm>
            <a:off x="3047978" y="5261438"/>
            <a:ext cx="854580" cy="0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9A29EE8-91CF-4FC7-5737-FF9CC7327181}"/>
              </a:ext>
            </a:extLst>
          </p:cNvPr>
          <p:cNvCxnSpPr>
            <a:cxnSpLocks/>
          </p:cNvCxnSpPr>
          <p:nvPr/>
        </p:nvCxnSpPr>
        <p:spPr>
          <a:xfrm>
            <a:off x="5812025" y="5116885"/>
            <a:ext cx="854580" cy="0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76B06E7C-D2F4-1EF1-4387-E2887B76F819}"/>
              </a:ext>
            </a:extLst>
          </p:cNvPr>
          <p:cNvCxnSpPr>
            <a:cxnSpLocks/>
          </p:cNvCxnSpPr>
          <p:nvPr/>
        </p:nvCxnSpPr>
        <p:spPr>
          <a:xfrm flipV="1">
            <a:off x="7203029" y="3811081"/>
            <a:ext cx="0" cy="942071"/>
          </a:xfrm>
          <a:prstGeom prst="straightConnector1">
            <a:avLst/>
          </a:prstGeom>
          <a:solidFill>
            <a:srgbClr val="FFFFFF"/>
          </a:solidFill>
          <a:ln w="25400">
            <a:solidFill>
              <a:srgbClr val="666666"/>
            </a:solidFill>
            <a:tailEnd type="triangle" w="lg" len="lg"/>
          </a:ln>
        </p:spPr>
      </p:cxnSp>
      <p:grpSp>
        <p:nvGrpSpPr>
          <p:cNvPr id="2" name="组合 1">
            <a:extLst>
              <a:ext uri="{FF2B5EF4-FFF2-40B4-BE49-F238E27FC236}">
                <a16:creationId xmlns:a16="http://schemas.microsoft.com/office/drawing/2014/main" id="{631D6CD1-E000-6695-01F7-2EB26FBA5DE4}"/>
              </a:ext>
            </a:extLst>
          </p:cNvPr>
          <p:cNvGrpSpPr/>
          <p:nvPr/>
        </p:nvGrpSpPr>
        <p:grpSpPr>
          <a:xfrm>
            <a:off x="1053311" y="1713960"/>
            <a:ext cx="2076402" cy="2097121"/>
            <a:chOff x="1053311" y="1713960"/>
            <a:chExt cx="2076402" cy="2097121"/>
          </a:xfrm>
        </p:grpSpPr>
        <p:sp>
          <p:nvSpPr>
            <p:cNvPr id="1048709" name="矩形: 圆角 1048708"/>
            <p:cNvSpPr/>
            <p:nvPr/>
          </p:nvSpPr>
          <p:spPr>
            <a:xfrm>
              <a:off x="1416539" y="2486026"/>
              <a:ext cx="1325055" cy="1325055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666666"/>
              </a:solidFill>
            </a:ln>
          </p:spPr>
          <p:txBody>
            <a:bodyPr anchor="ctr"/>
            <a:lstStyle/>
            <a:p>
              <a:pPr algn="ctr"/>
              <a:r>
                <a:rPr lang="zh-CN_#Hans" altLang="en-US"/>
                <a:t>训练数据</a:t>
              </a:r>
              <a:endParaRPr lang="zh-CN-#Han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20FB5BB-40D6-D5B0-1015-2225E6909B69}"/>
                    </a:ext>
                  </a:extLst>
                </p:cNvPr>
                <p:cNvSpPr txBox="1"/>
                <p:nvPr/>
              </p:nvSpPr>
              <p:spPr>
                <a:xfrm>
                  <a:off x="1053311" y="1713960"/>
                  <a:ext cx="20764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dirty="0"/>
                    <a:t>服从概率分布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</m:sub>
                      </m:sSub>
                    </m:oMath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20FB5BB-40D6-D5B0-1015-2225E6909B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3311" y="1713960"/>
                  <a:ext cx="207640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647" t="-13115" b="-1967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45728" name="直接连接符 3145727">
              <a:extLst>
                <a:ext uri="{FF2B5EF4-FFF2-40B4-BE49-F238E27FC236}">
                  <a16:creationId xmlns:a16="http://schemas.microsoft.com/office/drawing/2014/main" id="{5C09E95E-5F21-DBF6-D4BA-3E24E30C956D}"/>
                </a:ext>
              </a:extLst>
            </p:cNvPr>
            <p:cNvCxnSpPr>
              <a:cxnSpLocks/>
              <a:stCxn id="1048709" idx="0"/>
              <a:endCxn id="6" idx="2"/>
            </p:cNvCxnSpPr>
            <p:nvPr/>
          </p:nvCxnSpPr>
          <p:spPr>
            <a:xfrm flipV="1">
              <a:off x="2079067" y="2083292"/>
              <a:ext cx="12445" cy="4027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145734" name="直接连接符 3145733">
            <a:extLst>
              <a:ext uri="{FF2B5EF4-FFF2-40B4-BE49-F238E27FC236}">
                <a16:creationId xmlns:a16="http://schemas.microsoft.com/office/drawing/2014/main" id="{9D560CF8-4DBE-8233-3BA4-C616DFF8CF1A}"/>
              </a:ext>
            </a:extLst>
          </p:cNvPr>
          <p:cNvCxnSpPr>
            <a:stCxn id="13" idx="4"/>
            <a:endCxn id="16" idx="0"/>
          </p:cNvCxnSpPr>
          <p:nvPr/>
        </p:nvCxnSpPr>
        <p:spPr>
          <a:xfrm>
            <a:off x="930903" y="5357493"/>
            <a:ext cx="141026" cy="3254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64CD7DEE-3EE6-7177-3E97-52AE7679BE3F}"/>
              </a:ext>
            </a:extLst>
          </p:cNvPr>
          <p:cNvGrpSpPr/>
          <p:nvPr/>
        </p:nvGrpSpPr>
        <p:grpSpPr>
          <a:xfrm>
            <a:off x="6818794" y="4843773"/>
            <a:ext cx="2164659" cy="1600427"/>
            <a:chOff x="6818794" y="4843773"/>
            <a:chExt cx="2164659" cy="1600427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ECF04F8D-E341-6AC0-0D15-A50A7781A280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18794" y="4843773"/>
              <a:ext cx="768470" cy="74361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35BC9EE-B8E6-CD19-23D0-D5732A7BAAC0}"/>
                    </a:ext>
                  </a:extLst>
                </p:cNvPr>
                <p:cNvSpPr txBox="1"/>
                <p:nvPr/>
              </p:nvSpPr>
              <p:spPr>
                <a:xfrm>
                  <a:off x="7203029" y="6052298"/>
                  <a:ext cx="1780424" cy="39190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dirty="0"/>
                    <a:t>服从概率分布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</m:oMath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F35BC9EE-B8E6-CD19-23D0-D5732A7BAA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03029" y="6052298"/>
                  <a:ext cx="1780424" cy="391902"/>
                </a:xfrm>
                <a:prstGeom prst="rect">
                  <a:avLst/>
                </a:prstGeom>
                <a:blipFill>
                  <a:blip r:embed="rId8"/>
                  <a:stretch>
                    <a:fillRect l="-3082" t="-14063" b="-1406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45736" name="直接连接符 3145735">
              <a:extLst>
                <a:ext uri="{FF2B5EF4-FFF2-40B4-BE49-F238E27FC236}">
                  <a16:creationId xmlns:a16="http://schemas.microsoft.com/office/drawing/2014/main" id="{5DEA3D76-BEFC-BCE7-6191-DF3B5D3B870A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7616139" y="5560547"/>
              <a:ext cx="477102" cy="49175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45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48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3" presetClass="path" presetSubtype="0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33333E-6 L 0.25 -3.33333E-6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5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45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4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path" presetSubtype="0" accel="50000" decel="50000" fill="remove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3.33333E-6 L 3.125E-6 -0.30533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22" grpId="0" animBg="1"/>
      <p:bldP spid="1048723" grpId="0" animBg="1"/>
      <p:bldP spid="1048766" grpId="0"/>
      <p:bldP spid="12" grpId="0"/>
      <p:bldP spid="13" grpId="0" animBg="1"/>
      <p:bldP spid="16" grpId="0"/>
      <p:bldP spid="17" grpId="0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3F1C64-0B60-2FF7-11CF-43E27B5A72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5" y="0"/>
            <a:ext cx="6569313" cy="37084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2829B29-EC1B-F88C-00AB-58E7A2AEA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48" y="151692"/>
            <a:ext cx="5172797" cy="10478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B7FE619-41CE-3CEB-31D3-58CCF86184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1375" y="1051200"/>
            <a:ext cx="1638529" cy="6001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F81FEF1-B228-CA46-2FC2-70223E8B5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0948" y="1746058"/>
            <a:ext cx="4220164" cy="47631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FC3A008-5020-9AE2-EC86-A54AAB5503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3292" y="2298504"/>
            <a:ext cx="1848108" cy="4572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BD4A07B-A054-6004-4936-77939110A4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308" y="2912670"/>
            <a:ext cx="2343477" cy="56205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E3ADC071-2C68-1A3B-A35B-864BD1C9F5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3504" y="2865037"/>
            <a:ext cx="2333951" cy="65731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0DC4747-1F92-73E4-F166-527E8393C7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0857" y="3516296"/>
            <a:ext cx="4382112" cy="37152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62C3590-87C4-1B7A-1339-D85A7301D63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2046" y="3830666"/>
            <a:ext cx="3496163" cy="59063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EE60A40-7BA3-37A2-3148-DD5553AC0C1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635" y="3812361"/>
            <a:ext cx="5191850" cy="101931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9115C0E-BE8B-E210-4012-3E16032F7E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4817561"/>
            <a:ext cx="11917438" cy="485843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CEF214E3-7777-7536-BA64-1932A03046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100027" y="5391353"/>
            <a:ext cx="6058746" cy="733527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DD1A48D-7BBA-5AF7-9A27-6278C8B92F7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7623" y="5391353"/>
            <a:ext cx="5744377" cy="724001"/>
          </a:xfrm>
          <a:prstGeom prst="rect">
            <a:avLst/>
          </a:prstGeom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959C362D-E6BC-42E2-02A6-3C48A1CE5F96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V="1">
            <a:off x="5958719" y="5753354"/>
            <a:ext cx="488904" cy="476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07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01D8E-0738-6CD7-E62F-0118168F8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优化目标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91DACF2-FA63-6E77-0739-5694C6860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93240"/>
            <a:ext cx="1305107" cy="4477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6081195-B4E4-E4F2-D2E3-B4DBA1B72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338" y="2350402"/>
            <a:ext cx="5725324" cy="71447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F9BAB76-D3DE-1DC0-356C-236F617AFC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990" y="3064877"/>
            <a:ext cx="1333686" cy="50489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38FD3FC-5687-DFA0-8CC0-95231CA2D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955469"/>
            <a:ext cx="3067478" cy="49536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0AEC9B9-4272-7C70-0EAD-D3AE860A7D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3338" y="5450838"/>
            <a:ext cx="5973009" cy="59063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D109C379-9A24-BAD6-D70A-09474AA929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550498"/>
            <a:ext cx="9173855" cy="51442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D5F920-0B6B-BB4C-8E81-11F7061BC6A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65392" y="4098133"/>
            <a:ext cx="3153215" cy="733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BE926-8F26-BF0F-EB41-8C18CDF3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1" dirty="0"/>
              <a:t>代码实现</a:t>
            </a:r>
          </a:p>
        </p:txBody>
      </p:sp>
    </p:spTree>
    <p:extLst>
      <p:ext uri="{BB962C8B-B14F-4D97-AF65-F5344CB8AC3E}">
        <p14:creationId xmlns:p14="http://schemas.microsoft.com/office/powerpoint/2010/main" val="85908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2DC5E170-28C3-1849-F050-BDD606161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180"/>
            <a:ext cx="12192000" cy="59258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C2E6520-BF01-BE30-44D8-0A49423A5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048" y="5089167"/>
            <a:ext cx="479174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33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F1B0C5F-05F3-B6D7-5F84-127EC71EC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15064" cy="6350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3BBE869-173E-A558-EC95-B29F5A3FD477}"/>
              </a:ext>
            </a:extLst>
          </p:cNvPr>
          <p:cNvSpPr txBox="1"/>
          <p:nvPr/>
        </p:nvSpPr>
        <p:spPr>
          <a:xfrm>
            <a:off x="10025578" y="1282174"/>
            <a:ext cx="1292662" cy="372794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7200" b="1" dirty="0"/>
              <a:t>生成网络</a:t>
            </a:r>
          </a:p>
        </p:txBody>
      </p:sp>
    </p:spTree>
    <p:extLst>
      <p:ext uri="{BB962C8B-B14F-4D97-AF65-F5344CB8AC3E}">
        <p14:creationId xmlns:p14="http://schemas.microsoft.com/office/powerpoint/2010/main" val="353252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5726785-C72D-3718-E291-07EBB7108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8229600" cy="630044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635FF4BD-1070-E13A-FA7A-F525011EB55C}"/>
              </a:ext>
            </a:extLst>
          </p:cNvPr>
          <p:cNvSpPr txBox="1"/>
          <p:nvPr/>
        </p:nvSpPr>
        <p:spPr>
          <a:xfrm>
            <a:off x="9527738" y="1286252"/>
            <a:ext cx="1292662" cy="372794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7200" b="1" dirty="0"/>
              <a:t>判别网络</a:t>
            </a:r>
          </a:p>
        </p:txBody>
      </p:sp>
    </p:spTree>
    <p:extLst>
      <p:ext uri="{BB962C8B-B14F-4D97-AF65-F5344CB8AC3E}">
        <p14:creationId xmlns:p14="http://schemas.microsoft.com/office/powerpoint/2010/main" val="3373778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05D181A-8AE3-DF3C-7AD6-C92311A7E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1000"/>
            <a:ext cx="5725324" cy="75258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D3AF7D-8C91-0C57-15E8-D53003C77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546737"/>
            <a:ext cx="4791744" cy="58110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A1C5745-F32B-2902-DC19-3FD8B9E1D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2" y="85737"/>
            <a:ext cx="9267007" cy="543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292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64460BC-5DBA-001E-034A-955B56BC7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" y="132079"/>
            <a:ext cx="8579452" cy="517011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291702B-0DDB-A702-5F60-C8F950D3D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05399"/>
            <a:ext cx="3124636" cy="72400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3A288A8A-FBDF-7047-BD96-3910EB612B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4880" y="5576846"/>
            <a:ext cx="4791744" cy="581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213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982C3CD-2646-AC60-E0D4-BCDADFF5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12192000" cy="479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32013"/>
      </p:ext>
    </p:extLst>
  </p:cSld>
  <p:clrMapOvr>
    <a:masterClrMapping/>
  </p:clrMapOvr>
</p:sld>
</file>

<file path=ppt/theme/theme1.xml><?xml version="1.0" encoding="utf-8"?>
<a:theme xmlns:a="http://schemas.openxmlformats.org/drawingml/2006/main" name="回顾">
  <a:themeElements>
    <a:clrScheme name="回顾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62</TotalTime>
  <Words>75</Words>
  <Application>Microsoft Office PowerPoint</Application>
  <PresentationFormat>宽屏</PresentationFormat>
  <Paragraphs>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宋体</vt:lpstr>
      <vt:lpstr>Calibri</vt:lpstr>
      <vt:lpstr>Calibri Light</vt:lpstr>
      <vt:lpstr>Cambria Math</vt:lpstr>
      <vt:lpstr>回顾</vt:lpstr>
      <vt:lpstr>Generative Adversarial Network</vt:lpstr>
      <vt:lpstr>GAN流程图</vt:lpstr>
      <vt:lpstr>PowerPoint 演示文稿</vt:lpstr>
      <vt:lpstr>优化目标</vt:lpstr>
      <vt:lpstr>代码实现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Adversarial Network</dc:title>
  <dc:creator>祥明 梁</dc:creator>
  <cp:lastModifiedBy>祥明 梁</cp:lastModifiedBy>
  <cp:revision>4</cp:revision>
  <dcterms:created xsi:type="dcterms:W3CDTF">2024-06-01T10:00:22Z</dcterms:created>
  <dcterms:modified xsi:type="dcterms:W3CDTF">2024-10-19T01:25:43Z</dcterms:modified>
</cp:coreProperties>
</file>